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C1A16"/>
          </a:solidFill>
          <a:ln w="12700">
            <a:solidFill>
              <a:srgbClr val="1C1A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 AGENT  ·  HACKATHON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before</a:t>
            </a:r>
            <a:endParaRPr lang="en-US" sz="6000" dirty="0"/>
          </a:p>
          <a:p>
            <a:pPr indent="0" marL="0">
              <a:buNone/>
            </a:pPr>
            <a:r>
              <a:rPr lang="en-US" sz="60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94360" y="4297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ticket marked Done is a claim.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merged PR or sent email is proof.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9244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promiseledger.vercel.app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244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github.com/bhanu-dev82/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 mark work Done.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apps disagree.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= Done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29000" y="25603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merged PR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sent notice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89720" y="25603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7260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said shipped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1535" y="6419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 agent, not a chatbot.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0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adapters for Linear, GitHub, Gmail, Slack. Fixture or live HTTP — same interface.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ticket key PL-102, customer ID, email. Names are never keys.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3736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3749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function: HEALTHY / DESYNC / BREACHED. No model picks IDs.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grade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4800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Linear writes, unsent Gmail draft, Slack digest. Independent grader on final state.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1535" y="6419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write. GitHub only proves.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490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Reopen, close, breach, evidence comment. Never invent IDs.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 linked by exact ticket key. No comments, no merge.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Gmail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mail is proof. New mail is unsent. send() does not exist.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36118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389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channel after read-back. Never source of truth.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11535" y="6419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 ·  THREE CLICKS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Write. Refuse. Catch the 200.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Write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Claimed-but-not-done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Done, no PR, Slack already said shipped.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reopens + unsent Gmail draft.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E8E2D1"/>
          </a:solidFill>
          <a:ln w="12700">
            <a:solidFill>
              <a:srgbClr val="E8E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Freeze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people named Alex Kim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not join keys.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writes. Matching panels is the pass.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C1A16"/>
          </a:solidFill>
          <a:ln w="12700">
            <a:solidFill>
              <a:srgbClr val="1C1A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Fault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58200" y="2286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F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200, world unchanged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58200" y="35204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returns 200, ticket stays Done.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C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does not claim success. Grader fails.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1535" y="6419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grader does not trust the agent.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worlds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38912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1C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passes only if ordinary cases pass and the silent-200 case is rejected. Replay is byte-identical. Send is unimplemented. Python 3.11, zero pip dependencies.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demo uses isolated four-app worlds so anyone can reproduce it. Live adapters (Linear GraphQL, GitHub REST, Gmail drafts, Slack) share the same planner — a public URL does not hold an inbox token.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11535" y="6419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EF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run it.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F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promiseledger.vercel.app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github.com/bhanu-dev82/promiseledger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 →  join  →  classify  →  write  →  read-back  →  grade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PromiseLedger</dc:title>
  <dc:subject>Multi-app tool agent — proof before Done</dc:subject>
  <dc:creator>PromiseLedger</dc:creator>
  <cp:lastModifiedBy>PromiseLedger</cp:lastModifiedBy>
  <cp:revision>1</cp:revision>
  <dcterms:created xsi:type="dcterms:W3CDTF">2026-09-13T22:49:38Z</dcterms:created>
  <dcterms:modified xsi:type="dcterms:W3CDTF">2026-09-13T22:49:38Z</dcterms:modified>
</cp:coreProperties>
</file>